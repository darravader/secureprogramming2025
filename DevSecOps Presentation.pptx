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58" r:id="rId6"/>
    <p:sldId id="262" r:id="rId7"/>
    <p:sldId id="261" r:id="rId8"/>
    <p:sldId id="263" r:id="rId9"/>
    <p:sldId id="268" r:id="rId10"/>
    <p:sldId id="266" r:id="rId11"/>
    <p:sldId id="267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E24B4D-5182-B3A2-ACFB-E4577C69F248}" v="1703" dt="2025-05-09T08:25:31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ja Viertola" userId="S::vilja.viertola@tuni.fi::309872b2-518a-45b6-ae80-394462ea0420" providerId="AD" clId="Web-{B5E24B4D-5182-B3A2-ACFB-E4577C69F248}"/>
    <pc:docChg chg="addSld delSld modSld">
      <pc:chgData name="Vilja Viertola" userId="S::vilja.viertola@tuni.fi::309872b2-518a-45b6-ae80-394462ea0420" providerId="AD" clId="Web-{B5E24B4D-5182-B3A2-ACFB-E4577C69F248}" dt="2025-05-09T08:28:16.819" v="1641"/>
      <pc:docMkLst>
        <pc:docMk/>
      </pc:docMkLst>
      <pc:sldChg chg="addSp modSp mod setBg">
        <pc:chgData name="Vilja Viertola" userId="S::vilja.viertola@tuni.fi::309872b2-518a-45b6-ae80-394462ea0420" providerId="AD" clId="Web-{B5E24B4D-5182-B3A2-ACFB-E4577C69F248}" dt="2025-05-09T08:23:28.300" v="1613"/>
        <pc:sldMkLst>
          <pc:docMk/>
          <pc:sldMk cId="782385677" sldId="256"/>
        </pc:sldMkLst>
        <pc:spChg chg="mo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2" creationId="{00000000-0000-0000-0000-000000000000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3" creationId="{00000000-0000-0000-0000-000000000000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8" creationId="{1A3C89F8-0D2F-47FF-B903-151248265F47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10" creationId="{C5CB530E-515E-412C-9DF1-5F8FFBD6F383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12" creationId="{712D4376-A578-4FF1-94FC-245E7A6A489F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14" creationId="{AEA7509D-F04F-40CB-A0B3-EEF16499CC9F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18" creationId="{508BEF50-7B1E-49A4-BC19-5F4F1D755E64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20" creationId="{3FBAD350-5664-4811-A208-657FB882D350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28.300" v="1613"/>
          <ac:spMkLst>
            <pc:docMk/>
            <pc:sldMk cId="782385677" sldId="256"/>
            <ac:spMk id="22" creationId="{C39ADB8F-D187-49D7-BDCF-C1B6DC727068}"/>
          </ac:spMkLst>
        </pc:spChg>
        <pc:cxnChg chg="add">
          <ac:chgData name="Vilja Viertola" userId="S::vilja.viertola@tuni.fi::309872b2-518a-45b6-ae80-394462ea0420" providerId="AD" clId="Web-{B5E24B4D-5182-B3A2-ACFB-E4577C69F248}" dt="2025-05-09T08:23:28.300" v="1613"/>
          <ac:cxnSpMkLst>
            <pc:docMk/>
            <pc:sldMk cId="782385677" sldId="256"/>
            <ac:cxnSpMk id="16" creationId="{56020367-4FD5-4596-8E10-C5F095CD8DBF}"/>
          </ac:cxnSpMkLst>
        </pc:cxnChg>
      </pc:sldChg>
      <pc:sldChg chg="addSp modSp new mod setBg">
        <pc:chgData name="Vilja Viertola" userId="S::vilja.viertola@tuni.fi::309872b2-518a-45b6-ae80-394462ea0420" providerId="AD" clId="Web-{B5E24B4D-5182-B3A2-ACFB-E4577C69F248}" dt="2025-05-09T08:23:39.112" v="1614"/>
        <pc:sldMkLst>
          <pc:docMk/>
          <pc:sldMk cId="3086915854" sldId="257"/>
        </pc:sldMkLst>
        <pc:spChg chg="mod">
          <ac:chgData name="Vilja Viertola" userId="S::vilja.viertola@tuni.fi::309872b2-518a-45b6-ae80-394462ea0420" providerId="AD" clId="Web-{B5E24B4D-5182-B3A2-ACFB-E4577C69F248}" dt="2025-05-09T08:23:39.112" v="1614"/>
          <ac:spMkLst>
            <pc:docMk/>
            <pc:sldMk cId="3086915854" sldId="257"/>
            <ac:spMk id="2" creationId="{2E6A0862-E76E-ACCB-17DB-279B1C2D5643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3:39.112" v="1614"/>
          <ac:spMkLst>
            <pc:docMk/>
            <pc:sldMk cId="3086915854" sldId="257"/>
            <ac:spMk id="3" creationId="{5E977A71-DAF3-439F-64B8-EDFBAD7C9D3F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39.112" v="1614"/>
          <ac:spMkLst>
            <pc:docMk/>
            <pc:sldMk cId="3086915854" sldId="257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39.112" v="1614"/>
          <ac:spMkLst>
            <pc:docMk/>
            <pc:sldMk cId="3086915854" sldId="257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3:39.112" v="1614"/>
          <ac:grpSpMkLst>
            <pc:docMk/>
            <pc:sldMk cId="3086915854" sldId="257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3:39.112" v="1614"/>
          <ac:cxnSpMkLst>
            <pc:docMk/>
            <pc:sldMk cId="3086915854" sldId="257"/>
            <ac:cxnSpMk id="17" creationId="{C49DA8F6-BCC1-4447-B54C-57856834B94B}"/>
          </ac:cxnSpMkLst>
        </pc:cxnChg>
      </pc:sldChg>
      <pc:sldChg chg="addSp modSp new mod setBg">
        <pc:chgData name="Vilja Viertola" userId="S::vilja.viertola@tuni.fi::309872b2-518a-45b6-ae80-394462ea0420" providerId="AD" clId="Web-{B5E24B4D-5182-B3A2-ACFB-E4577C69F248}" dt="2025-05-09T08:24:32.222" v="1624" actId="20577"/>
        <pc:sldMkLst>
          <pc:docMk/>
          <pc:sldMk cId="2492116379" sldId="258"/>
        </pc:sldMkLst>
        <pc:spChg chg="mod">
          <ac:chgData name="Vilja Viertola" userId="S::vilja.viertola@tuni.fi::309872b2-518a-45b6-ae80-394462ea0420" providerId="AD" clId="Web-{B5E24B4D-5182-B3A2-ACFB-E4577C69F248}" dt="2025-05-09T08:24:10.660" v="1616"/>
          <ac:spMkLst>
            <pc:docMk/>
            <pc:sldMk cId="2492116379" sldId="258"/>
            <ac:spMk id="2" creationId="{81B355D0-90FE-08C2-2C4C-49F79ED1B551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4:32.222" v="1624" actId="20577"/>
          <ac:spMkLst>
            <pc:docMk/>
            <pc:sldMk cId="2492116379" sldId="258"/>
            <ac:spMk id="3" creationId="{6926BA7F-8037-2956-3BF8-14E68A854DDE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4:10.660" v="1616"/>
          <ac:spMkLst>
            <pc:docMk/>
            <pc:sldMk cId="2492116379" sldId="258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4:10.660" v="1616"/>
          <ac:spMkLst>
            <pc:docMk/>
            <pc:sldMk cId="2492116379" sldId="258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4:10.660" v="1616"/>
          <ac:grpSpMkLst>
            <pc:docMk/>
            <pc:sldMk cId="2492116379" sldId="258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4:10.660" v="1616"/>
          <ac:cxnSpMkLst>
            <pc:docMk/>
            <pc:sldMk cId="2492116379" sldId="258"/>
            <ac:cxnSpMk id="17" creationId="{C49DA8F6-BCC1-4447-B54C-57856834B94B}"/>
          </ac:cxnSpMkLst>
        </pc:cxnChg>
      </pc:sldChg>
      <pc:sldChg chg="modSp new del">
        <pc:chgData name="Vilja Viertola" userId="S::vilja.viertola@tuni.fi::309872b2-518a-45b6-ae80-394462ea0420" providerId="AD" clId="Web-{B5E24B4D-5182-B3A2-ACFB-E4577C69F248}" dt="2025-05-04T16:21:50.598" v="1061"/>
        <pc:sldMkLst>
          <pc:docMk/>
          <pc:sldMk cId="2126833985" sldId="259"/>
        </pc:sldMkLst>
        <pc:spChg chg="mod">
          <ac:chgData name="Vilja Viertola" userId="S::vilja.viertola@tuni.fi::309872b2-518a-45b6-ae80-394462ea0420" providerId="AD" clId="Web-{B5E24B4D-5182-B3A2-ACFB-E4577C69F248}" dt="2025-05-04T11:39:20.227" v="151" actId="20577"/>
          <ac:spMkLst>
            <pc:docMk/>
            <pc:sldMk cId="2126833985" sldId="259"/>
            <ac:spMk id="2" creationId="{57543D10-E27E-EA10-C31C-C88FEFB43001}"/>
          </ac:spMkLst>
        </pc:spChg>
        <pc:spChg chg="mod">
          <ac:chgData name="Vilja Viertola" userId="S::vilja.viertola@tuni.fi::309872b2-518a-45b6-ae80-394462ea0420" providerId="AD" clId="Web-{B5E24B4D-5182-B3A2-ACFB-E4577C69F248}" dt="2025-05-04T11:39:26.852" v="152" actId="20577"/>
          <ac:spMkLst>
            <pc:docMk/>
            <pc:sldMk cId="2126833985" sldId="259"/>
            <ac:spMk id="3" creationId="{519AAB9D-9836-5CA3-2675-F8FF664D665D}"/>
          </ac:spMkLst>
        </pc:spChg>
      </pc:sldChg>
      <pc:sldChg chg="modSp new del">
        <pc:chgData name="Vilja Viertola" userId="S::vilja.viertola@tuni.fi::309872b2-518a-45b6-ae80-394462ea0420" providerId="AD" clId="Web-{B5E24B4D-5182-B3A2-ACFB-E4577C69F248}" dt="2025-05-04T16:21:44.395" v="1060"/>
        <pc:sldMkLst>
          <pc:docMk/>
          <pc:sldMk cId="3918521512" sldId="260"/>
        </pc:sldMkLst>
        <pc:spChg chg="mod">
          <ac:chgData name="Vilja Viertola" userId="S::vilja.viertola@tuni.fi::309872b2-518a-45b6-ae80-394462ea0420" providerId="AD" clId="Web-{B5E24B4D-5182-B3A2-ACFB-E4577C69F248}" dt="2025-05-04T11:39:59.695" v="165" actId="20577"/>
          <ac:spMkLst>
            <pc:docMk/>
            <pc:sldMk cId="3918521512" sldId="260"/>
            <ac:spMk id="2" creationId="{B27543E0-8EDB-25A5-3A1B-FA211643269C}"/>
          </ac:spMkLst>
        </pc:spChg>
        <pc:spChg chg="mod">
          <ac:chgData name="Vilja Viertola" userId="S::vilja.viertola@tuni.fi::309872b2-518a-45b6-ae80-394462ea0420" providerId="AD" clId="Web-{B5E24B4D-5182-B3A2-ACFB-E4577C69F248}" dt="2025-05-04T11:51:39.631" v="353" actId="20577"/>
          <ac:spMkLst>
            <pc:docMk/>
            <pc:sldMk cId="3918521512" sldId="260"/>
            <ac:spMk id="3" creationId="{2F00185D-3C5C-2215-69BD-93B059EA9D4A}"/>
          </ac:spMkLst>
        </pc:spChg>
      </pc:sldChg>
      <pc:sldChg chg="addSp modSp new mod setBg">
        <pc:chgData name="Vilja Viertola" userId="S::vilja.viertola@tuni.fi::309872b2-518a-45b6-ae80-394462ea0420" providerId="AD" clId="Web-{B5E24B4D-5182-B3A2-ACFB-E4577C69F248}" dt="2025-05-09T08:24:37.675" v="1625"/>
        <pc:sldMkLst>
          <pc:docMk/>
          <pc:sldMk cId="2155946401" sldId="261"/>
        </pc:sldMkLst>
        <pc:spChg chg="mod">
          <ac:chgData name="Vilja Viertola" userId="S::vilja.viertola@tuni.fi::309872b2-518a-45b6-ae80-394462ea0420" providerId="AD" clId="Web-{B5E24B4D-5182-B3A2-ACFB-E4577C69F248}" dt="2025-05-09T08:24:37.675" v="1625"/>
          <ac:spMkLst>
            <pc:docMk/>
            <pc:sldMk cId="2155946401" sldId="261"/>
            <ac:spMk id="2" creationId="{58987D93-243A-E9CC-13E0-8163087A8D8D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4:37.675" v="1625"/>
          <ac:spMkLst>
            <pc:docMk/>
            <pc:sldMk cId="2155946401" sldId="261"/>
            <ac:spMk id="3" creationId="{3B1CB96C-DC7A-5488-93D9-FCC4A048F96C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4:37.675" v="1625"/>
          <ac:spMkLst>
            <pc:docMk/>
            <pc:sldMk cId="2155946401" sldId="261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4:37.675" v="1625"/>
          <ac:spMkLst>
            <pc:docMk/>
            <pc:sldMk cId="2155946401" sldId="261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4:37.675" v="1625"/>
          <ac:grpSpMkLst>
            <pc:docMk/>
            <pc:sldMk cId="2155946401" sldId="261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4:37.675" v="1625"/>
          <ac:cxnSpMkLst>
            <pc:docMk/>
            <pc:sldMk cId="2155946401" sldId="261"/>
            <ac:cxnSpMk id="17" creationId="{C49DA8F6-BCC1-4447-B54C-57856834B94B}"/>
          </ac:cxnSpMkLst>
        </pc:cxnChg>
      </pc:sldChg>
      <pc:sldChg chg="addSp delSp modSp new mod setBg">
        <pc:chgData name="Vilja Viertola" userId="S::vilja.viertola@tuni.fi::309872b2-518a-45b6-ae80-394462ea0420" providerId="AD" clId="Web-{B5E24B4D-5182-B3A2-ACFB-E4577C69F248}" dt="2025-05-04T12:41:09.606" v="990" actId="20577"/>
        <pc:sldMkLst>
          <pc:docMk/>
          <pc:sldMk cId="3264639041" sldId="262"/>
        </pc:sldMkLst>
        <pc:spChg chg="add del mod ord">
          <ac:chgData name="Vilja Viertola" userId="S::vilja.viertola@tuni.fi::309872b2-518a-45b6-ae80-394462ea0420" providerId="AD" clId="Web-{B5E24B4D-5182-B3A2-ACFB-E4577C69F248}" dt="2025-05-04T12:41:09.606" v="990" actId="20577"/>
          <ac:spMkLst>
            <pc:docMk/>
            <pc:sldMk cId="3264639041" sldId="262"/>
            <ac:spMk id="2" creationId="{FDDE46AB-F383-813D-F0EA-44EF51A47E87}"/>
          </ac:spMkLst>
        </pc:spChg>
        <pc:spChg chg="del">
          <ac:chgData name="Vilja Viertola" userId="S::vilja.viertola@tuni.fi::309872b2-518a-45b6-ae80-394462ea0420" providerId="AD" clId="Web-{B5E24B4D-5182-B3A2-ACFB-E4577C69F248}" dt="2025-05-04T12:39:30.528" v="967"/>
          <ac:spMkLst>
            <pc:docMk/>
            <pc:sldMk cId="3264639041" sldId="262"/>
            <ac:spMk id="3" creationId="{82679D64-9E10-E822-D67D-654BC6B76722}"/>
          </ac:spMkLst>
        </pc:spChg>
        <pc:spChg chg="add del">
          <ac:chgData name="Vilja Viertola" userId="S::vilja.viertola@tuni.fi::309872b2-518a-45b6-ae80-394462ea0420" providerId="AD" clId="Web-{B5E24B4D-5182-B3A2-ACFB-E4577C69F248}" dt="2025-05-04T12:40:52.278" v="981"/>
          <ac:spMkLst>
            <pc:docMk/>
            <pc:sldMk cId="3264639041" sldId="262"/>
            <ac:spMk id="6" creationId="{42A4FC2C-047E-45A5-965D-8E1E3BF09BC6}"/>
          </ac:spMkLst>
        </pc:spChg>
        <pc:spChg chg="add del">
          <ac:chgData name="Vilja Viertola" userId="S::vilja.viertola@tuni.fi::309872b2-518a-45b6-ae80-394462ea0420" providerId="AD" clId="Web-{B5E24B4D-5182-B3A2-ACFB-E4577C69F248}" dt="2025-05-04T12:40:02.012" v="974"/>
          <ac:spMkLst>
            <pc:docMk/>
            <pc:sldMk cId="3264639041" sldId="262"/>
            <ac:spMk id="9" creationId="{42A4FC2C-047E-45A5-965D-8E1E3BF09BC6}"/>
          </ac:spMkLst>
        </pc:spChg>
        <pc:picChg chg="add mod ord">
          <ac:chgData name="Vilja Viertola" userId="S::vilja.viertola@tuni.fi::309872b2-518a-45b6-ae80-394462ea0420" providerId="AD" clId="Web-{B5E24B4D-5182-B3A2-ACFB-E4577C69F248}" dt="2025-05-04T12:40:59.574" v="988" actId="1076"/>
          <ac:picMkLst>
            <pc:docMk/>
            <pc:sldMk cId="3264639041" sldId="262"/>
            <ac:picMk id="4" creationId="{739821CC-F2B3-EBD7-26D8-960E3ABD3B60}"/>
          </ac:picMkLst>
        </pc:picChg>
      </pc:sldChg>
      <pc:sldChg chg="addSp delSp modSp new">
        <pc:chgData name="Vilja Viertola" userId="S::vilja.viertola@tuni.fi::309872b2-518a-45b6-ae80-394462ea0420" providerId="AD" clId="Web-{B5E24B4D-5182-B3A2-ACFB-E4577C69F248}" dt="2025-05-04T16:17:33.595" v="1000" actId="20577"/>
        <pc:sldMkLst>
          <pc:docMk/>
          <pc:sldMk cId="1368964963" sldId="263"/>
        </pc:sldMkLst>
        <pc:spChg chg="mod">
          <ac:chgData name="Vilja Viertola" userId="S::vilja.viertola@tuni.fi::309872b2-518a-45b6-ae80-394462ea0420" providerId="AD" clId="Web-{B5E24B4D-5182-B3A2-ACFB-E4577C69F248}" dt="2025-05-04T16:17:33.595" v="1000" actId="20577"/>
          <ac:spMkLst>
            <pc:docMk/>
            <pc:sldMk cId="1368964963" sldId="263"/>
            <ac:spMk id="2" creationId="{AEF9E8D6-F5B2-FDD0-79E6-7FD17A72298C}"/>
          </ac:spMkLst>
        </pc:spChg>
        <pc:spChg chg="del">
          <ac:chgData name="Vilja Viertola" userId="S::vilja.viertola@tuni.fi::309872b2-518a-45b6-ae80-394462ea0420" providerId="AD" clId="Web-{B5E24B4D-5182-B3A2-ACFB-E4577C69F248}" dt="2025-05-04T16:17:05.157" v="994"/>
          <ac:spMkLst>
            <pc:docMk/>
            <pc:sldMk cId="1368964963" sldId="263"/>
            <ac:spMk id="3" creationId="{F0797949-7D9D-213B-F090-FC12F23E66A2}"/>
          </ac:spMkLst>
        </pc:spChg>
        <pc:picChg chg="add mod ord">
          <ac:chgData name="Vilja Viertola" userId="S::vilja.viertola@tuni.fi::309872b2-518a-45b6-ae80-394462ea0420" providerId="AD" clId="Web-{B5E24B4D-5182-B3A2-ACFB-E4577C69F248}" dt="2025-05-04T16:17:14.001" v="998" actId="1076"/>
          <ac:picMkLst>
            <pc:docMk/>
            <pc:sldMk cId="1368964963" sldId="263"/>
            <ac:picMk id="4" creationId="{3F525045-E4F1-C26A-F905-BBBAA9CEA5A6}"/>
          </ac:picMkLst>
        </pc:picChg>
      </pc:sldChg>
      <pc:sldChg chg="addSp modSp new mod setBg">
        <pc:chgData name="Vilja Viertola" userId="S::vilja.viertola@tuni.fi::309872b2-518a-45b6-ae80-394462ea0420" providerId="AD" clId="Web-{B5E24B4D-5182-B3A2-ACFB-E4577C69F248}" dt="2025-05-09T08:23:54.237" v="1615"/>
        <pc:sldMkLst>
          <pc:docMk/>
          <pc:sldMk cId="1939939678" sldId="264"/>
        </pc:sldMkLst>
        <pc:spChg chg="mod">
          <ac:chgData name="Vilja Viertola" userId="S::vilja.viertola@tuni.fi::309872b2-518a-45b6-ae80-394462ea0420" providerId="AD" clId="Web-{B5E24B4D-5182-B3A2-ACFB-E4577C69F248}" dt="2025-05-09T08:23:54.237" v="1615"/>
          <ac:spMkLst>
            <pc:docMk/>
            <pc:sldMk cId="1939939678" sldId="264"/>
            <ac:spMk id="2" creationId="{2E44DDAD-641D-8354-250A-EF94C3DDA8C6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3:54.237" v="1615"/>
          <ac:spMkLst>
            <pc:docMk/>
            <pc:sldMk cId="1939939678" sldId="264"/>
            <ac:spMk id="3" creationId="{AB1B3215-8ED8-5719-E243-B54A3C22797B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54.237" v="1615"/>
          <ac:spMkLst>
            <pc:docMk/>
            <pc:sldMk cId="1939939678" sldId="264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3:54.237" v="1615"/>
          <ac:spMkLst>
            <pc:docMk/>
            <pc:sldMk cId="1939939678" sldId="264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3:54.237" v="1615"/>
          <ac:grpSpMkLst>
            <pc:docMk/>
            <pc:sldMk cId="1939939678" sldId="264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3:54.237" v="1615"/>
          <ac:cxnSpMkLst>
            <pc:docMk/>
            <pc:sldMk cId="1939939678" sldId="264"/>
            <ac:cxnSpMk id="17" creationId="{C49DA8F6-BCC1-4447-B54C-57856834B94B}"/>
          </ac:cxnSpMkLst>
        </pc:cxnChg>
      </pc:sldChg>
      <pc:sldChg chg="addSp delSp modSp new">
        <pc:chgData name="Vilja Viertola" userId="S::vilja.viertola@tuni.fi::309872b2-518a-45b6-ae80-394462ea0420" providerId="AD" clId="Web-{B5E24B4D-5182-B3A2-ACFB-E4577C69F248}" dt="2025-05-05T18:11:35.227" v="1226" actId="1076"/>
        <pc:sldMkLst>
          <pc:docMk/>
          <pc:sldMk cId="775402660" sldId="265"/>
        </pc:sldMkLst>
        <pc:spChg chg="mod">
          <ac:chgData name="Vilja Viertola" userId="S::vilja.viertola@tuni.fi::309872b2-518a-45b6-ae80-394462ea0420" providerId="AD" clId="Web-{B5E24B4D-5182-B3A2-ACFB-E4577C69F248}" dt="2025-05-05T18:11:21.352" v="1220" actId="20577"/>
          <ac:spMkLst>
            <pc:docMk/>
            <pc:sldMk cId="775402660" sldId="265"/>
            <ac:spMk id="2" creationId="{EC91FE4E-607B-C17F-985D-8CD12E89DC7A}"/>
          </ac:spMkLst>
        </pc:spChg>
        <pc:spChg chg="del">
          <ac:chgData name="Vilja Viertola" userId="S::vilja.viertola@tuni.fi::309872b2-518a-45b6-ae80-394462ea0420" providerId="AD" clId="Web-{B5E24B4D-5182-B3A2-ACFB-E4577C69F248}" dt="2025-05-05T18:11:12.461" v="1219"/>
          <ac:spMkLst>
            <pc:docMk/>
            <pc:sldMk cId="775402660" sldId="265"/>
            <ac:spMk id="3" creationId="{346AF408-111A-D86E-CCEF-4BC3D969C9DC}"/>
          </ac:spMkLst>
        </pc:spChg>
        <pc:picChg chg="add mod ord">
          <ac:chgData name="Vilja Viertola" userId="S::vilja.viertola@tuni.fi::309872b2-518a-45b6-ae80-394462ea0420" providerId="AD" clId="Web-{B5E24B4D-5182-B3A2-ACFB-E4577C69F248}" dt="2025-05-05T18:11:35.227" v="1226" actId="1076"/>
          <ac:picMkLst>
            <pc:docMk/>
            <pc:sldMk cId="775402660" sldId="265"/>
            <ac:picMk id="4" creationId="{C8C0EF8B-F136-405C-2CD1-3CA78EE9A4DA}"/>
          </ac:picMkLst>
        </pc:picChg>
      </pc:sldChg>
      <pc:sldChg chg="addSp modSp new mod setBg">
        <pc:chgData name="Vilja Viertola" userId="S::vilja.viertola@tuni.fi::309872b2-518a-45b6-ae80-394462ea0420" providerId="AD" clId="Web-{B5E24B4D-5182-B3A2-ACFB-E4577C69F248}" dt="2025-05-09T08:25:36.629" v="1636"/>
        <pc:sldMkLst>
          <pc:docMk/>
          <pc:sldMk cId="126628026" sldId="266"/>
        </pc:sldMkLst>
        <pc:spChg chg="mod">
          <ac:chgData name="Vilja Viertola" userId="S::vilja.viertola@tuni.fi::309872b2-518a-45b6-ae80-394462ea0420" providerId="AD" clId="Web-{B5E24B4D-5182-B3A2-ACFB-E4577C69F248}" dt="2025-05-09T08:25:36.629" v="1636"/>
          <ac:spMkLst>
            <pc:docMk/>
            <pc:sldMk cId="126628026" sldId="266"/>
            <ac:spMk id="2" creationId="{B608B550-9154-04B6-62BD-D4140535DBE5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5:36.629" v="1636"/>
          <ac:spMkLst>
            <pc:docMk/>
            <pc:sldMk cId="126628026" sldId="266"/>
            <ac:spMk id="3" creationId="{18ABA313-453A-F83F-9E5B-021C717F430F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5:36.629" v="1636"/>
          <ac:spMkLst>
            <pc:docMk/>
            <pc:sldMk cId="126628026" sldId="266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5:36.629" v="1636"/>
          <ac:spMkLst>
            <pc:docMk/>
            <pc:sldMk cId="126628026" sldId="266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5:36.629" v="1636"/>
          <ac:grpSpMkLst>
            <pc:docMk/>
            <pc:sldMk cId="126628026" sldId="266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5:36.629" v="1636"/>
          <ac:cxnSpMkLst>
            <pc:docMk/>
            <pc:sldMk cId="126628026" sldId="266"/>
            <ac:cxnSpMk id="17" creationId="{C49DA8F6-BCC1-4447-B54C-57856834B94B}"/>
          </ac:cxnSpMkLst>
        </pc:cxnChg>
      </pc:sldChg>
      <pc:sldChg chg="addSp modSp new mod setBg">
        <pc:chgData name="Vilja Viertola" userId="S::vilja.viertola@tuni.fi::309872b2-518a-45b6-ae80-394462ea0420" providerId="AD" clId="Web-{B5E24B4D-5182-B3A2-ACFB-E4577C69F248}" dt="2025-05-09T08:25:43.692" v="1637"/>
        <pc:sldMkLst>
          <pc:docMk/>
          <pc:sldMk cId="3320522715" sldId="267"/>
        </pc:sldMkLst>
        <pc:spChg chg="mod">
          <ac:chgData name="Vilja Viertola" userId="S::vilja.viertola@tuni.fi::309872b2-518a-45b6-ae80-394462ea0420" providerId="AD" clId="Web-{B5E24B4D-5182-B3A2-ACFB-E4577C69F248}" dt="2025-05-09T08:25:43.692" v="1637"/>
          <ac:spMkLst>
            <pc:docMk/>
            <pc:sldMk cId="3320522715" sldId="267"/>
            <ac:spMk id="2" creationId="{0E8BEB87-B997-8CB6-ACCD-AE1FCB6E32C5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5:43.692" v="1637"/>
          <ac:spMkLst>
            <pc:docMk/>
            <pc:sldMk cId="3320522715" sldId="267"/>
            <ac:spMk id="3" creationId="{2CE8E79F-CA64-1D12-3701-FB6068BB92B0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5:43.692" v="1637"/>
          <ac:spMkLst>
            <pc:docMk/>
            <pc:sldMk cId="3320522715" sldId="267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5:43.692" v="1637"/>
          <ac:spMkLst>
            <pc:docMk/>
            <pc:sldMk cId="3320522715" sldId="267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5:43.692" v="1637"/>
          <ac:grpSpMkLst>
            <pc:docMk/>
            <pc:sldMk cId="3320522715" sldId="267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5:43.692" v="1637"/>
          <ac:cxnSpMkLst>
            <pc:docMk/>
            <pc:sldMk cId="3320522715" sldId="267"/>
            <ac:cxnSpMk id="17" creationId="{C49DA8F6-BCC1-4447-B54C-57856834B94B}"/>
          </ac:cxnSpMkLst>
        </pc:cxnChg>
      </pc:sldChg>
      <pc:sldChg chg="addSp modSp new mod setBg">
        <pc:chgData name="Vilja Viertola" userId="S::vilja.viertola@tuni.fi::309872b2-518a-45b6-ae80-394462ea0420" providerId="AD" clId="Web-{B5E24B4D-5182-B3A2-ACFB-E4577C69F248}" dt="2025-05-09T08:25:31.004" v="1635" actId="14100"/>
        <pc:sldMkLst>
          <pc:docMk/>
          <pc:sldMk cId="762140559" sldId="268"/>
        </pc:sldMkLst>
        <pc:spChg chg="mod">
          <ac:chgData name="Vilja Viertola" userId="S::vilja.viertola@tuni.fi::309872b2-518a-45b6-ae80-394462ea0420" providerId="AD" clId="Web-{B5E24B4D-5182-B3A2-ACFB-E4577C69F248}" dt="2025-05-09T08:25:15.801" v="1630" actId="1076"/>
          <ac:spMkLst>
            <pc:docMk/>
            <pc:sldMk cId="762140559" sldId="268"/>
            <ac:spMk id="2" creationId="{AD4291F0-8806-F744-C62E-C7884D8DB112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5:21.238" v="1631" actId="1076"/>
          <ac:spMkLst>
            <pc:docMk/>
            <pc:sldMk cId="762140559" sldId="268"/>
            <ac:spMk id="3" creationId="{7A38F071-71E2-7B23-D069-2FEFF039C2DB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4:56.254" v="1626"/>
          <ac:grpSpMkLst>
            <pc:docMk/>
            <pc:sldMk cId="762140559" sldId="268"/>
            <ac:grpSpMk id="9" creationId="{1FD67D68-9B83-C338-8342-3348D8F22347}"/>
          </ac:grpSpMkLst>
        </pc:grpChg>
        <pc:picChg chg="add mod">
          <ac:chgData name="Vilja Viertola" userId="S::vilja.viertola@tuni.fi::309872b2-518a-45b6-ae80-394462ea0420" providerId="AD" clId="Web-{B5E24B4D-5182-B3A2-ACFB-E4577C69F248}" dt="2025-05-09T08:25:31.004" v="1635" actId="14100"/>
          <ac:picMkLst>
            <pc:docMk/>
            <pc:sldMk cId="762140559" sldId="268"/>
            <ac:picMk id="4" creationId="{E770AAEF-B84C-DC0D-A041-473304902FDB}"/>
          </ac:picMkLst>
        </pc:picChg>
      </pc:sldChg>
      <pc:sldChg chg="addSp modSp new mod setBg">
        <pc:chgData name="Vilja Viertola" userId="S::vilja.viertola@tuni.fi::309872b2-518a-45b6-ae80-394462ea0420" providerId="AD" clId="Web-{B5E24B4D-5182-B3A2-ACFB-E4577C69F248}" dt="2025-05-09T08:26:26.661" v="1638"/>
        <pc:sldMkLst>
          <pc:docMk/>
          <pc:sldMk cId="506434446" sldId="269"/>
        </pc:sldMkLst>
        <pc:spChg chg="mod">
          <ac:chgData name="Vilja Viertola" userId="S::vilja.viertola@tuni.fi::309872b2-518a-45b6-ae80-394462ea0420" providerId="AD" clId="Web-{B5E24B4D-5182-B3A2-ACFB-E4577C69F248}" dt="2025-05-09T08:26:26.661" v="1638"/>
          <ac:spMkLst>
            <pc:docMk/>
            <pc:sldMk cId="506434446" sldId="269"/>
            <ac:spMk id="2" creationId="{2BDA4947-5ACF-D8CA-956A-027D8DFC96D5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6:26.661" v="1638"/>
          <ac:spMkLst>
            <pc:docMk/>
            <pc:sldMk cId="506434446" sldId="269"/>
            <ac:spMk id="3" creationId="{226701D2-9F94-81CB-11F0-56AB6D5B452B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6:26.661" v="1638"/>
          <ac:spMkLst>
            <pc:docMk/>
            <pc:sldMk cId="506434446" sldId="269"/>
            <ac:spMk id="9" creationId="{BCED4D40-4B67-4331-AC48-79B82B4A47D8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6:26.661" v="1638"/>
          <ac:spMkLst>
            <pc:docMk/>
            <pc:sldMk cId="506434446" sldId="269"/>
            <ac:spMk id="11" creationId="{670CEDEF-4F34-412E-84EE-329C1E936AF5}"/>
          </ac:spMkLst>
        </pc:spChg>
        <pc:picChg chg="add mod">
          <ac:chgData name="Vilja Viertola" userId="S::vilja.viertola@tuni.fi::309872b2-518a-45b6-ae80-394462ea0420" providerId="AD" clId="Web-{B5E24B4D-5182-B3A2-ACFB-E4577C69F248}" dt="2025-05-09T08:26:26.661" v="1638"/>
          <ac:picMkLst>
            <pc:docMk/>
            <pc:sldMk cId="506434446" sldId="269"/>
            <ac:picMk id="4" creationId="{7B18CAE2-0C7C-A086-5C5A-440F320CCF79}"/>
          </ac:picMkLst>
        </pc:picChg>
      </pc:sldChg>
      <pc:sldChg chg="addSp modSp new mod setBg">
        <pc:chgData name="Vilja Viertola" userId="S::vilja.viertola@tuni.fi::309872b2-518a-45b6-ae80-394462ea0420" providerId="AD" clId="Web-{B5E24B4D-5182-B3A2-ACFB-E4577C69F248}" dt="2025-05-09T08:26:47.427" v="1639"/>
        <pc:sldMkLst>
          <pc:docMk/>
          <pc:sldMk cId="1892093509" sldId="270"/>
        </pc:sldMkLst>
        <pc:spChg chg="mod">
          <ac:chgData name="Vilja Viertola" userId="S::vilja.viertola@tuni.fi::309872b2-518a-45b6-ae80-394462ea0420" providerId="AD" clId="Web-{B5E24B4D-5182-B3A2-ACFB-E4577C69F248}" dt="2025-05-09T08:26:47.427" v="1639"/>
          <ac:spMkLst>
            <pc:docMk/>
            <pc:sldMk cId="1892093509" sldId="270"/>
            <ac:spMk id="2" creationId="{5848DB51-DBC2-9DC8-5FCC-0A1BAC55FBB1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6:47.427" v="1639"/>
          <ac:spMkLst>
            <pc:docMk/>
            <pc:sldMk cId="1892093509" sldId="270"/>
            <ac:spMk id="3" creationId="{099676F7-E846-CD8F-434A-3DE77A65130A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6:47.427" v="1639"/>
          <ac:spMkLst>
            <pc:docMk/>
            <pc:sldMk cId="1892093509" sldId="270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6:47.427" v="1639"/>
          <ac:spMkLst>
            <pc:docMk/>
            <pc:sldMk cId="1892093509" sldId="270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6:47.427" v="1639"/>
          <ac:grpSpMkLst>
            <pc:docMk/>
            <pc:sldMk cId="1892093509" sldId="270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6:47.427" v="1639"/>
          <ac:cxnSpMkLst>
            <pc:docMk/>
            <pc:sldMk cId="1892093509" sldId="270"/>
            <ac:cxnSpMk id="17" creationId="{C49DA8F6-BCC1-4447-B54C-57856834B94B}"/>
          </ac:cxnSpMkLst>
        </pc:cxnChg>
      </pc:sldChg>
      <pc:sldChg chg="addSp modSp new mod setBg">
        <pc:chgData name="Vilja Viertola" userId="S::vilja.viertola@tuni.fi::309872b2-518a-45b6-ae80-394462ea0420" providerId="AD" clId="Web-{B5E24B4D-5182-B3A2-ACFB-E4577C69F248}" dt="2025-05-09T08:28:02.459" v="1640"/>
        <pc:sldMkLst>
          <pc:docMk/>
          <pc:sldMk cId="832688954" sldId="271"/>
        </pc:sldMkLst>
        <pc:spChg chg="mod">
          <ac:chgData name="Vilja Viertola" userId="S::vilja.viertola@tuni.fi::309872b2-518a-45b6-ae80-394462ea0420" providerId="AD" clId="Web-{B5E24B4D-5182-B3A2-ACFB-E4577C69F248}" dt="2025-05-09T08:28:02.459" v="1640"/>
          <ac:spMkLst>
            <pc:docMk/>
            <pc:sldMk cId="832688954" sldId="271"/>
            <ac:spMk id="2" creationId="{EE01DD45-B8A8-2C68-61B9-DDB83805CB12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8:02.459" v="1640"/>
          <ac:spMkLst>
            <pc:docMk/>
            <pc:sldMk cId="832688954" sldId="271"/>
            <ac:spMk id="3" creationId="{087BB56F-0F87-2A59-E1C9-78FFAE1B6602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8:02.459" v="1640"/>
          <ac:spMkLst>
            <pc:docMk/>
            <pc:sldMk cId="832688954" sldId="271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8:02.459" v="1640"/>
          <ac:spMkLst>
            <pc:docMk/>
            <pc:sldMk cId="832688954" sldId="271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8:02.459" v="1640"/>
          <ac:grpSpMkLst>
            <pc:docMk/>
            <pc:sldMk cId="832688954" sldId="271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8:02.459" v="1640"/>
          <ac:cxnSpMkLst>
            <pc:docMk/>
            <pc:sldMk cId="832688954" sldId="271"/>
            <ac:cxnSpMk id="17" creationId="{C49DA8F6-BCC1-4447-B54C-57856834B94B}"/>
          </ac:cxnSpMkLst>
        </pc:cxnChg>
      </pc:sldChg>
      <pc:sldChg chg="addSp modSp new mod setBg">
        <pc:chgData name="Vilja Viertola" userId="S::vilja.viertola@tuni.fi::309872b2-518a-45b6-ae80-394462ea0420" providerId="AD" clId="Web-{B5E24B4D-5182-B3A2-ACFB-E4577C69F248}" dt="2025-05-09T08:28:16.819" v="1641"/>
        <pc:sldMkLst>
          <pc:docMk/>
          <pc:sldMk cId="3194716425" sldId="272"/>
        </pc:sldMkLst>
        <pc:spChg chg="mod">
          <ac:chgData name="Vilja Viertola" userId="S::vilja.viertola@tuni.fi::309872b2-518a-45b6-ae80-394462ea0420" providerId="AD" clId="Web-{B5E24B4D-5182-B3A2-ACFB-E4577C69F248}" dt="2025-05-09T08:28:16.819" v="1641"/>
          <ac:spMkLst>
            <pc:docMk/>
            <pc:sldMk cId="3194716425" sldId="272"/>
            <ac:spMk id="2" creationId="{FF8B4DF1-DE2D-7236-4277-F4C610EF20EE}"/>
          </ac:spMkLst>
        </pc:spChg>
        <pc:spChg chg="mod">
          <ac:chgData name="Vilja Viertola" userId="S::vilja.viertola@tuni.fi::309872b2-518a-45b6-ae80-394462ea0420" providerId="AD" clId="Web-{B5E24B4D-5182-B3A2-ACFB-E4577C69F248}" dt="2025-05-09T08:28:16.819" v="1641"/>
          <ac:spMkLst>
            <pc:docMk/>
            <pc:sldMk cId="3194716425" sldId="272"/>
            <ac:spMk id="3" creationId="{3811B5F5-AD77-8084-6950-635708C9CAE7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8:16.819" v="1641"/>
          <ac:spMkLst>
            <pc:docMk/>
            <pc:sldMk cId="3194716425" sldId="272"/>
            <ac:spMk id="8" creationId="{A2679492-7988-4050-9056-542444452411}"/>
          </ac:spMkLst>
        </pc:spChg>
        <pc:spChg chg="add">
          <ac:chgData name="Vilja Viertola" userId="S::vilja.viertola@tuni.fi::309872b2-518a-45b6-ae80-394462ea0420" providerId="AD" clId="Web-{B5E24B4D-5182-B3A2-ACFB-E4577C69F248}" dt="2025-05-09T08:28:16.819" v="1641"/>
          <ac:spMkLst>
            <pc:docMk/>
            <pc:sldMk cId="3194716425" sldId="272"/>
            <ac:spMk id="10" creationId="{B091B163-7D61-4891-ABCF-5C13D9C418D0}"/>
          </ac:spMkLst>
        </pc:spChg>
        <pc:grpChg chg="add">
          <ac:chgData name="Vilja Viertola" userId="S::vilja.viertola@tuni.fi::309872b2-518a-45b6-ae80-394462ea0420" providerId="AD" clId="Web-{B5E24B4D-5182-B3A2-ACFB-E4577C69F248}" dt="2025-05-09T08:28:16.819" v="1641"/>
          <ac:grpSpMkLst>
            <pc:docMk/>
            <pc:sldMk cId="3194716425" sldId="272"/>
            <ac:grpSpMk id="12" creationId="{0474DF76-993E-44DE-AFB0-C416182ACECF}"/>
          </ac:grpSpMkLst>
        </pc:grpChg>
        <pc:cxnChg chg="add">
          <ac:chgData name="Vilja Viertola" userId="S::vilja.viertola@tuni.fi::309872b2-518a-45b6-ae80-394462ea0420" providerId="AD" clId="Web-{B5E24B4D-5182-B3A2-ACFB-E4577C69F248}" dt="2025-05-09T08:28:16.819" v="1641"/>
          <ac:cxnSpMkLst>
            <pc:docMk/>
            <pc:sldMk cId="3194716425" sldId="272"/>
            <ac:cxnSpMk id="17" creationId="{C49DA8F6-BCC1-4447-B54C-57856834B94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2244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87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2577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683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343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387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361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707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998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120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645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ABAE3-D89C-4001-9AEC-5083F82B749C}" type="datetimeFigureOut">
              <a:rPr lang="fi-FI" smtClean="0"/>
              <a:t>9.5.2025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3452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fi-FI" sz="8000">
                <a:solidFill>
                  <a:srgbClr val="FFFFFF"/>
                </a:solidFill>
              </a:rPr>
              <a:t>DevSecOps Project 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fi-FI" sz="2000">
                <a:solidFill>
                  <a:srgbClr val="FFFFFF"/>
                </a:solidFill>
              </a:rPr>
              <a:t>Secure Programming 2025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38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E6A0862-E76E-ACCB-17DB-279B1C2D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What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E977A71-DAF3-439F-64B8-EDFBAD7C9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Secure DevOps for OWASP Vulnerable Python app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CI Pipeline with security checks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SAST Scan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Building and Scanning images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Tools: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GitHub Actions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Bandit Scan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Docker Scout</a:t>
            </a:r>
          </a:p>
          <a:p>
            <a:endParaRPr lang="fi-FI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91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C91FE4E-607B-C17F-985D-8CD12E89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 dirty="0">
              <a:solidFill>
                <a:schemeClr val="bg1"/>
              </a:solidFill>
            </a:endParaRPr>
          </a:p>
        </p:txBody>
      </p:sp>
      <p:pic>
        <p:nvPicPr>
          <p:cNvPr id="4" name="Sisällön paikkamerkki 3" descr="Kuva, joka sisältää kohteen teksti, kuvakaappaus, ohjelmisto, Tietokonekuvake&#10;&#10;Tekoälyllä luotu sisältö saattaa olla virheellistä.">
            <a:extLst>
              <a:ext uri="{FF2B5EF4-FFF2-40B4-BE49-F238E27FC236}">
                <a16:creationId xmlns:a16="http://schemas.microsoft.com/office/drawing/2014/main" id="{C8C0EF8B-F136-405C-2CD1-3CA78EE9A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85" y="482600"/>
            <a:ext cx="11702879" cy="5675313"/>
          </a:xfrm>
        </p:spPr>
      </p:pic>
    </p:spTree>
    <p:extLst>
      <p:ext uri="{BB962C8B-B14F-4D97-AF65-F5344CB8AC3E}">
        <p14:creationId xmlns:p14="http://schemas.microsoft.com/office/powerpoint/2010/main" val="77540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E44DDAD-641D-8354-250A-EF94C3DD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Github Actions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B1B3215-8ED8-5719-E243-B54A3C227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The vulnerable Python web application is open-source repository in GitHub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The DevSecOps is implemented on top of that with GitHub Actions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GitHub Actions is used for automation of the code: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Implemented the workflows in to the workflows/main.yml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The test are automately ran everytime after the commit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fi-FI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93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81B355D0-90FE-08C2-2C4C-49F79ED1B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SAST with Bandit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926BA7F-8037-2956-3BF8-14E68A854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The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application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layer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has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security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vulnerabilities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which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can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allow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hackers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to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hack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into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system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Vulnerabilities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such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as: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hardcoded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secrets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command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/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shell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injections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weak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hashing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algorithms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etc.</a:t>
            </a:r>
          </a:p>
          <a:p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Bandit is a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tool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to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find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common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security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issues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in Python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code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This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is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used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to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run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static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application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security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tests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(SAST) on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the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fi-FI" sz="2000" dirty="0" err="1">
                <a:solidFill>
                  <a:schemeClr val="tx1">
                    <a:alpha val="80000"/>
                  </a:schemeClr>
                </a:solidFill>
              </a:rPr>
              <a:t>app</a:t>
            </a:r>
            <a:r>
              <a:rPr lang="fi-FI" sz="20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endParaRPr lang="fi-FI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11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DDE46AB-F383-813D-F0EA-44EF51A4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04" y="-146666"/>
            <a:ext cx="10515600" cy="1325563"/>
          </a:xfrm>
        </p:spPr>
        <p:txBody>
          <a:bodyPr/>
          <a:lstStyle/>
          <a:p>
            <a:r>
              <a:rPr lang="fi-FI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Sisällön paikkamerkki 3" descr="Kuva, joka sisältää kohteen teksti, kuvakaappaus&#10;&#10;Tekoälyllä luotu sisältö saattaa olla virheellistä.">
            <a:extLst>
              <a:ext uri="{FF2B5EF4-FFF2-40B4-BE49-F238E27FC236}">
                <a16:creationId xmlns:a16="http://schemas.microsoft.com/office/drawing/2014/main" id="{739821CC-F2B3-EBD7-26D8-960E3ABD3B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7342" y="199267"/>
            <a:ext cx="8581616" cy="6182412"/>
          </a:xfrm>
        </p:spPr>
      </p:pic>
    </p:spTree>
    <p:extLst>
      <p:ext uri="{BB962C8B-B14F-4D97-AF65-F5344CB8AC3E}">
        <p14:creationId xmlns:p14="http://schemas.microsoft.com/office/powerpoint/2010/main" val="326463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8987D93-243A-E9CC-13E0-8163087A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6800">
                <a:solidFill>
                  <a:srgbClr val="FFFFFF"/>
                </a:solidFill>
              </a:rPr>
              <a:t>Container image scanning with Docker Scout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B1CB96C-DC7A-5488-93D9-FCC4A048F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Since the system is produced with Docker images as application artifacts, container images will be scanned.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Test how secure Docker images are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Before scanning the images need to be built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Dockerfile creates images and multiple layers, which can contain security vulnerabilities.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Dependencies and libraries with vulnerabilities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Operating system packages and software with vulnerabilities</a:t>
            </a:r>
          </a:p>
          <a:p>
            <a:pPr marL="457200" lvl="1" indent="0">
              <a:buNone/>
            </a:pP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endParaRPr lang="fi-FI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946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EF9E8D6-F5B2-FDD0-79E6-7FD17A72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i-FI" dirty="0">
              <a:solidFill>
                <a:schemeClr val="bg1"/>
              </a:solidFill>
            </a:endParaRPr>
          </a:p>
        </p:txBody>
      </p:sp>
      <p:pic>
        <p:nvPicPr>
          <p:cNvPr id="4" name="Sisällön paikkamerkki 3" descr="Kuva, joka sisältää kohteen teksti, kuvakaappaus, Fontti&#10;&#10;Tekoälyllä luotu sisältö saattaa olla virheellistä.">
            <a:extLst>
              <a:ext uri="{FF2B5EF4-FFF2-40B4-BE49-F238E27FC236}">
                <a16:creationId xmlns:a16="http://schemas.microsoft.com/office/drawing/2014/main" id="{3F525045-E4F1-C26A-F905-BBBAA9CEA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8660" y="330200"/>
            <a:ext cx="8105154" cy="6189663"/>
          </a:xfrm>
        </p:spPr>
      </p:pic>
    </p:spTree>
    <p:extLst>
      <p:ext uri="{BB962C8B-B14F-4D97-AF65-F5344CB8AC3E}">
        <p14:creationId xmlns:p14="http://schemas.microsoft.com/office/powerpoint/2010/main" val="136896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D4291F0-8806-F744-C62E-C7884D8D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43" y="-811184"/>
            <a:ext cx="4597747" cy="1616203"/>
          </a:xfrm>
        </p:spPr>
        <p:txBody>
          <a:bodyPr anchor="b">
            <a:normAutofit/>
          </a:bodyPr>
          <a:lstStyle/>
          <a:p>
            <a:r>
              <a:rPr lang="fi-FI" sz="3200"/>
              <a:t>Workflow results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A38F071-71E2-7B23-D069-2FEFF039C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43" y="990426"/>
            <a:ext cx="4597746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i-FI" sz="2000"/>
              <a:t>As expected, the Github Actions fails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i-FI" sz="2000"/>
              <a:t>It fails due to the vulnerability issues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fi-FI" sz="2000"/>
          </a:p>
          <a:p>
            <a:pPr lvl="1">
              <a:buFont typeface="Courier New" panose="020B0604020202020204" pitchFamily="34" charset="0"/>
              <a:buChar char="o"/>
            </a:pPr>
            <a:endParaRPr lang="fi-FI" sz="2000"/>
          </a:p>
          <a:p>
            <a:pPr lvl="1">
              <a:buFont typeface="Courier New" panose="020B0604020202020204" pitchFamily="34" charset="0"/>
              <a:buChar char="o"/>
            </a:pPr>
            <a:endParaRPr lang="fi-FI" sz="2000"/>
          </a:p>
        </p:txBody>
      </p:sp>
      <p:pic>
        <p:nvPicPr>
          <p:cNvPr id="4" name="Kuva 3" descr="Kuva, joka sisältää kohteen teksti, kuvakaappaus, ohjelmisto, Multimediaohjelmisto&#10;&#10;Tekoälyllä luotu sisältö saattaa olla virheellistä.">
            <a:extLst>
              <a:ext uri="{FF2B5EF4-FFF2-40B4-BE49-F238E27FC236}">
                <a16:creationId xmlns:a16="http://schemas.microsoft.com/office/drawing/2014/main" id="{E770AAEF-B84C-DC0D-A041-473304902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1" y="1987286"/>
            <a:ext cx="9205262" cy="446569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2140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B608B550-9154-04B6-62BD-D4140535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Bandit Scan Results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8ABA313-453A-F83F-9E5B-021C717F4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Json file is saved as an artifact</a:t>
            </a:r>
          </a:p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Filtered severities: 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High and Critical</a:t>
            </a:r>
          </a:p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Total Issues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2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High Confidence Issues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2</a:t>
            </a:r>
          </a:p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Severity Levels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</a:t>
            </a:r>
          </a:p>
          <a:p>
            <a:pPr lvl="1"/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High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2</a:t>
            </a:r>
          </a:p>
          <a:p>
            <a:endParaRPr lang="fi-FI" sz="2000" b="1">
              <a:solidFill>
                <a:schemeClr val="tx1">
                  <a:alpha val="80000"/>
                </a:schemeClr>
              </a:solidFill>
            </a:endParaRPr>
          </a:p>
          <a:p>
            <a:endParaRPr lang="fi-FI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8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0E8BEB87-B997-8CB6-ACCD-AE1FCB6E3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Key Issues in Bandit Scan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CE8E79F-CA64-1D12-3701-FB6068BB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Risky Subprocess Call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</a:t>
            </a:r>
            <a:endParaRPr lang="fi-FI" sz="1900" b="1">
              <a:solidFill>
                <a:schemeClr val="tx1">
                  <a:alpha val="80000"/>
                </a:schemeClr>
              </a:solidFill>
              <a:latin typeface="Calibri"/>
              <a:ea typeface="+mn-lt"/>
              <a:cs typeface="+mn-lt"/>
            </a:endParaRP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File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./introduction/mitre.py</a:t>
            </a: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Line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230</a:t>
            </a:r>
            <a:endParaRPr lang="fi-FI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Severity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High</a:t>
            </a:r>
            <a:endParaRPr lang="fi-FI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Problem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Code uses subprocess.Popen with 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shell=True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, which can lead to shell injection vulnerabilities.</a:t>
            </a: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Solution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Avoid using 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shell=True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and use safer methods to run commands.</a:t>
            </a:r>
          </a:p>
          <a:p>
            <a:pPr marL="0" indent="0">
              <a:buNone/>
            </a:pPr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Risky Subprocess Call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</a:t>
            </a: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File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./introduction/views.py</a:t>
            </a: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Line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423</a:t>
            </a:r>
            <a:endParaRPr lang="fi-FI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Severity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High</a:t>
            </a:r>
            <a:endParaRPr lang="fi-FI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Problem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Another instance of 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subprocess.Popen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 with 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Calibri"/>
                <a:cs typeface="Calibri"/>
              </a:rPr>
              <a:t>shell=True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. This also poses a shell injection risk.</a:t>
            </a:r>
          </a:p>
          <a:p>
            <a:pPr lvl="1"/>
            <a:r>
              <a:rPr lang="fi-FI" sz="1900" b="1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Solution</a:t>
            </a:r>
            <a:r>
              <a:rPr lang="fi-FI" sz="1900">
                <a:solidFill>
                  <a:schemeClr val="tx1">
                    <a:alpha val="80000"/>
                  </a:schemeClr>
                </a:solidFill>
                <a:latin typeface="Calibri"/>
                <a:ea typeface="+mn-lt"/>
                <a:cs typeface="+mn-lt"/>
              </a:rPr>
              <a:t>: Avoid using shell=True and use safer methods to run commands.</a:t>
            </a:r>
          </a:p>
          <a:p>
            <a:pPr marL="0" indent="0">
              <a:buNone/>
            </a:pPr>
            <a:endParaRPr lang="fi-FI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fi-FI" sz="1900">
              <a:solidFill>
                <a:schemeClr val="tx1">
                  <a:alpha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52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2BDA4947-5ACF-D8CA-956A-027D8DFC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Image Scanning Results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26701D2-9F94-81CB-11F0-56AB6D5B4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Due to many errors, I decided to edit the job to filter only critical issues to keep this simple: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uva 3" descr="Kuva, joka sisältää kohteen teksti, kuvakaappaus, Fontti, musta&#10;&#10;Tekoälyllä luotu sisältö saattaa olla virheellistä.">
            <a:extLst>
              <a:ext uri="{FF2B5EF4-FFF2-40B4-BE49-F238E27FC236}">
                <a16:creationId xmlns:a16="http://schemas.microsoft.com/office/drawing/2014/main" id="{7B18CAE2-0C7C-A086-5C5A-440F320CC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94932"/>
            <a:ext cx="11548872" cy="306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34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848DB51-DBC2-9DC8-5FCC-0A1BAC55F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6800">
                <a:solidFill>
                  <a:srgbClr val="FFFFFF"/>
                </a:solidFill>
              </a:rPr>
              <a:t>Image Scanning Results with only critical severity</a:t>
            </a:r>
            <a:endParaRPr lang="en-US" sz="6800">
              <a:solidFill>
                <a:srgbClr val="FFFFFF"/>
              </a:solidFill>
            </a:endParaRPr>
          </a:p>
          <a:p>
            <a:endParaRPr lang="fi-FI" sz="6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99676F7-E846-CD8F-434A-3DE77A651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Total of 627 packages 5 packages are critical vulnerable.</a:t>
            </a:r>
          </a:p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PyYAML 5.1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Problem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Can run dangerous code hidden in YAML files.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Solution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Update to version 5.4 or later.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Django 4.1.7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Problem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Can bypass validation when uploading multiple files.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Solution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Update to version 4.1.9 or later.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Pillow 9.4.0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Problem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Can execute arbitrary code via the 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latin typeface="Consolas"/>
              </a:rPr>
              <a:t>environment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parameter.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fi-FI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Solution</a:t>
            </a:r>
            <a:r>
              <a:rPr lang="fi-FI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: Update to version 10.2.0 or later.</a:t>
            </a:r>
            <a:endParaRPr lang="fi-FI" sz="2000">
              <a:solidFill>
                <a:schemeClr val="tx1">
                  <a:alpha val="80000"/>
                </a:schemeClr>
              </a:solidFill>
            </a:endParaRPr>
          </a:p>
          <a:p>
            <a:endParaRPr lang="fi-FI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093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EE01DD45-B8A8-2C68-61B9-DDB83805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Use of AI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87BB56F-0F87-2A59-E1C9-78FFAE1B6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Help to analyze the scan results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Fixing the workflow script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688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F8B4DF1-DE2D-7236-4277-F4C610EF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fi-FI" sz="8000">
                <a:solidFill>
                  <a:srgbClr val="FFFFFF"/>
                </a:solidFill>
              </a:rPr>
              <a:t>Next steps?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3811B5F5-AD77-8084-6950-635708C9C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Fixing the issues</a:t>
            </a:r>
          </a:p>
          <a:p>
            <a:r>
              <a:rPr lang="fi-FI" sz="2000">
                <a:solidFill>
                  <a:schemeClr val="tx1">
                    <a:alpha val="80000"/>
                  </a:schemeClr>
                </a:solidFill>
              </a:rPr>
              <a:t>New scans and analyzes</a:t>
            </a:r>
          </a:p>
          <a:p>
            <a:endParaRPr lang="fi-FI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716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Laajakuva</PresentationFormat>
  <Paragraphs>0</Paragraphs>
  <Slides>15</Slides>
  <Notes>0</Notes>
  <HiddenSlides>0</HiddenSlides>
  <MMClips>0</MMClip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15</vt:i4>
      </vt:variant>
    </vt:vector>
  </HeadingPairs>
  <TitlesOfParts>
    <vt:vector size="16" baseType="lpstr">
      <vt:lpstr>Office-teema</vt:lpstr>
      <vt:lpstr>DevSecOps Project </vt:lpstr>
      <vt:lpstr>What</vt:lpstr>
      <vt:lpstr>PowerPoint-esitys</vt:lpstr>
      <vt:lpstr>Github Actions </vt:lpstr>
      <vt:lpstr>SAST with Bandit</vt:lpstr>
      <vt:lpstr>.</vt:lpstr>
      <vt:lpstr>Container image scanning with Docker Scout</vt:lpstr>
      <vt:lpstr>PowerPoint-esitys</vt:lpstr>
      <vt:lpstr>Workflow results</vt:lpstr>
      <vt:lpstr>Bandit Scan Results</vt:lpstr>
      <vt:lpstr>Key Issues in Bandit Scan</vt:lpstr>
      <vt:lpstr>Image Scanning Results</vt:lpstr>
      <vt:lpstr>Image Scanning Results with only critical severity </vt:lpstr>
      <vt:lpstr>Use of AI</vt:lpstr>
      <vt:lpstr>Next steps?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415</cp:revision>
  <dcterms:created xsi:type="dcterms:W3CDTF">2025-05-04T11:26:53Z</dcterms:created>
  <dcterms:modified xsi:type="dcterms:W3CDTF">2025-05-09T08:28:16Z</dcterms:modified>
</cp:coreProperties>
</file>